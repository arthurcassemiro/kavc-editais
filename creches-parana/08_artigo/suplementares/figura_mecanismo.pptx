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0000" cy="25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72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  <a:latin typeface="Arial"/>
              </a:defRPr>
            </a:pPr>
            <a:r>
              <a:t>Figura 6. Mecanismo: das evidências municipais à alocação do investimento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666000"/>
            <a:ext cx="846000" cy="78237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Dados municipais</a:t>
            </a:r>
          </a:p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nove indicadores oficiais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62800" y="666000"/>
            <a:ext cx="846000" cy="782370"/>
          </a:xfrm>
          <a:prstGeom prst="roundRect">
            <a:avLst>
              <a:gd name="adj" fmla="val 8000"/>
            </a:avLst>
          </a:prstGeom>
          <a:solidFill>
            <a:srgbClr val="54278F"/>
          </a:solidFill>
          <a:ln w="9525">
            <a:solidFill>
              <a:srgbClr val="5427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PCM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mín-máx, três pilares, pesos 2:1:2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5600" y="666000"/>
            <a:ext cx="846000" cy="782370"/>
          </a:xfrm>
          <a:prstGeom prst="roundRect">
            <a:avLst>
              <a:gd name="adj" fmla="val 8000"/>
            </a:avLst>
          </a:prstGeom>
          <a:solidFill>
            <a:srgbClr val="59595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Faixas e parâmetros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portes, cotas, tetos, maior resto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8400" y="666000"/>
            <a:ext cx="846000" cy="782370"/>
          </a:xfrm>
          <a:prstGeom prst="roundRect">
            <a:avLst>
              <a:gd name="adj" fmla="val 8000"/>
            </a:avLst>
          </a:prstGeom>
          <a:solidFill>
            <a:srgbClr val="307E3E"/>
          </a:solidFill>
          <a:ln w="9525">
            <a:solidFill>
              <a:srgbClr val="307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Deliberação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CEDCA aprova estudo e ranqueamento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1200" y="666000"/>
            <a:ext cx="846000" cy="782370"/>
          </a:xfrm>
          <a:prstGeom prst="roundRect">
            <a:avLst>
              <a:gd name="adj" fmla="val 8000"/>
            </a:avLst>
          </a:prstGeom>
          <a:solidFill>
            <a:srgbClr val="0171C1"/>
          </a:solidFill>
          <a:ln w="9525">
            <a:solidFill>
              <a:srgbClr val="017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Lista de municípios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Res. SEDEF 219/2024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4000" y="666000"/>
            <a:ext cx="846000" cy="78237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Alocação do investimento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adesão, repasse, obra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26000" y="1057185"/>
            <a:ext cx="136800" cy="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08800" y="1057185"/>
            <a:ext cx="136800" cy="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91600" y="1057185"/>
            <a:ext cx="136800" cy="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74399" y="1057185"/>
            <a:ext cx="136800" cy="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57200" y="1057185"/>
            <a:ext cx="136799" cy="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